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17" r:id="rId2"/>
    <p:sldId id="616" r:id="rId3"/>
    <p:sldId id="618" r:id="rId4"/>
    <p:sldId id="620" r:id="rId5"/>
    <p:sldId id="621" r:id="rId6"/>
    <p:sldId id="622" r:id="rId7"/>
    <p:sldId id="62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kri Yasmine" userId="6ca535ca-6e92-4386-a545-773a2eb04214" providerId="ADAL" clId="{36BA71AD-DB42-49CE-8853-D13977B8E206}"/>
    <pc:docChg chg="modSld">
      <pc:chgData name="Zekri Yasmine" userId="6ca535ca-6e92-4386-a545-773a2eb04214" providerId="ADAL" clId="{36BA71AD-DB42-49CE-8853-D13977B8E206}" dt="2024-02-19T15:58:25.151" v="0" actId="20577"/>
      <pc:docMkLst>
        <pc:docMk/>
      </pc:docMkLst>
      <pc:sldChg chg="modSp mod">
        <pc:chgData name="Zekri Yasmine" userId="6ca535ca-6e92-4386-a545-773a2eb04214" providerId="ADAL" clId="{36BA71AD-DB42-49CE-8853-D13977B8E206}" dt="2024-02-19T15:58:25.151" v="0" actId="20577"/>
        <pc:sldMkLst>
          <pc:docMk/>
          <pc:sldMk cId="648839367" sldId="617"/>
        </pc:sldMkLst>
        <pc:spChg chg="mod">
          <ac:chgData name="Zekri Yasmine" userId="6ca535ca-6e92-4386-a545-773a2eb04214" providerId="ADAL" clId="{36BA71AD-DB42-49CE-8853-D13977B8E206}" dt="2024-02-19T15:58:25.151" v="0" actId="20577"/>
          <ac:spMkLst>
            <pc:docMk/>
            <pc:sldMk cId="648839367" sldId="617"/>
            <ac:spMk id="2" creationId="{9311FC20-7184-2ADE-50F7-3CAF75E9B67D}"/>
          </ac:spMkLst>
        </pc:spChg>
      </pc:sldChg>
    </pc:docChg>
  </pc:docChgLst>
  <pc:docChgLst>
    <pc:chgData name="Yasmine Zekri" userId="84f92887c7fd77b8" providerId="LiveId" clId="{FAA31695-B12C-43C4-B4FD-0E01D8ADBB99}"/>
    <pc:docChg chg="undo custSel modSld">
      <pc:chgData name="Yasmine Zekri" userId="84f92887c7fd77b8" providerId="LiveId" clId="{FAA31695-B12C-43C4-B4FD-0E01D8ADBB99}" dt="2022-12-06T14:34:42.429" v="32" actId="1076"/>
      <pc:docMkLst>
        <pc:docMk/>
      </pc:docMkLst>
      <pc:sldChg chg="addSp modSp mod setBg">
        <pc:chgData name="Yasmine Zekri" userId="84f92887c7fd77b8" providerId="LiveId" clId="{FAA31695-B12C-43C4-B4FD-0E01D8ADBB99}" dt="2022-12-06T14:34:42.429" v="32" actId="1076"/>
        <pc:sldMkLst>
          <pc:docMk/>
          <pc:sldMk cId="1060532961" sldId="623"/>
        </pc:sldMkLst>
        <pc:spChg chg="add mod">
          <ac:chgData name="Yasmine Zekri" userId="84f92887c7fd77b8" providerId="LiveId" clId="{FAA31695-B12C-43C4-B4FD-0E01D8ADBB99}" dt="2022-12-06T14:34:25.524" v="9" actId="1582"/>
          <ac:spMkLst>
            <pc:docMk/>
            <pc:sldMk cId="1060532961" sldId="623"/>
            <ac:spMk id="4" creationId="{6989919F-F786-2409-B7B6-ED75F6CB9C93}"/>
          </ac:spMkLst>
        </pc:spChg>
        <pc:spChg chg="add mod">
          <ac:chgData name="Yasmine Zekri" userId="84f92887c7fd77b8" providerId="LiveId" clId="{FAA31695-B12C-43C4-B4FD-0E01D8ADBB99}" dt="2022-12-06T14:34:42.429" v="32" actId="1076"/>
          <ac:spMkLst>
            <pc:docMk/>
            <pc:sldMk cId="1060532961" sldId="623"/>
            <ac:spMk id="5" creationId="{C4B6D7F3-6922-9CDF-44BB-176793D2E3B7}"/>
          </ac:spMkLst>
        </pc:spChg>
        <pc:spChg chg="add">
          <ac:chgData name="Yasmine Zekri" userId="84f92887c7fd77b8" providerId="LiveId" clId="{FAA31695-B12C-43C4-B4FD-0E01D8ADBB99}" dt="2022-12-06T14:33:40.741" v="1" actId="26606"/>
          <ac:spMkLst>
            <pc:docMk/>
            <pc:sldMk cId="1060532961" sldId="623"/>
            <ac:spMk id="8" creationId="{F3060C83-F051-4F0E-ABAD-AA0DFC48B218}"/>
          </ac:spMkLst>
        </pc:spChg>
        <pc:spChg chg="add">
          <ac:chgData name="Yasmine Zekri" userId="84f92887c7fd77b8" providerId="LiveId" clId="{FAA31695-B12C-43C4-B4FD-0E01D8ADBB99}" dt="2022-12-06T14:33:40.741" v="1" actId="26606"/>
          <ac:spMkLst>
            <pc:docMk/>
            <pc:sldMk cId="1060532961" sldId="623"/>
            <ac:spMk id="10" creationId="{83C98ABE-055B-441F-B07E-44F97F083C39}"/>
          </ac:spMkLst>
        </pc:spChg>
        <pc:spChg chg="add">
          <ac:chgData name="Yasmine Zekri" userId="84f92887c7fd77b8" providerId="LiveId" clId="{FAA31695-B12C-43C4-B4FD-0E01D8ADBB99}" dt="2022-12-06T14:33:40.741" v="1" actId="26606"/>
          <ac:spMkLst>
            <pc:docMk/>
            <pc:sldMk cId="1060532961" sldId="623"/>
            <ac:spMk id="12" creationId="{29FDB030-9B49-4CED-8CCD-4D99382388AC}"/>
          </ac:spMkLst>
        </pc:spChg>
        <pc:spChg chg="add">
          <ac:chgData name="Yasmine Zekri" userId="84f92887c7fd77b8" providerId="LiveId" clId="{FAA31695-B12C-43C4-B4FD-0E01D8ADBB99}" dt="2022-12-06T14:33:40.741" v="1" actId="26606"/>
          <ac:spMkLst>
            <pc:docMk/>
            <pc:sldMk cId="1060532961" sldId="623"/>
            <ac:spMk id="14" creationId="{3783CA14-24A1-485C-8B30-D6A5D87987AD}"/>
          </ac:spMkLst>
        </pc:spChg>
        <pc:spChg chg="add">
          <ac:chgData name="Yasmine Zekri" userId="84f92887c7fd77b8" providerId="LiveId" clId="{FAA31695-B12C-43C4-B4FD-0E01D8ADBB99}" dt="2022-12-06T14:33:40.741" v="1" actId="26606"/>
          <ac:spMkLst>
            <pc:docMk/>
            <pc:sldMk cId="1060532961" sldId="623"/>
            <ac:spMk id="16" creationId="{9A97C86A-04D6-40F7-AE84-31AB43E6A846}"/>
          </ac:spMkLst>
        </pc:spChg>
        <pc:spChg chg="add">
          <ac:chgData name="Yasmine Zekri" userId="84f92887c7fd77b8" providerId="LiveId" clId="{FAA31695-B12C-43C4-B4FD-0E01D8ADBB99}" dt="2022-12-06T14:33:40.741" v="1" actId="26606"/>
          <ac:spMkLst>
            <pc:docMk/>
            <pc:sldMk cId="1060532961" sldId="623"/>
            <ac:spMk id="18" creationId="{FF9F2414-84E8-453E-B1F3-389FDE8192D9}"/>
          </ac:spMkLst>
        </pc:spChg>
        <pc:spChg chg="add">
          <ac:chgData name="Yasmine Zekri" userId="84f92887c7fd77b8" providerId="LiveId" clId="{FAA31695-B12C-43C4-B4FD-0E01D8ADBB99}" dt="2022-12-06T14:33:40.741" v="1" actId="26606"/>
          <ac:spMkLst>
            <pc:docMk/>
            <pc:sldMk cId="1060532961" sldId="623"/>
            <ac:spMk id="20" creationId="{3ECA69A1-7536-43AC-85EF-C7106179F5ED}"/>
          </ac:spMkLst>
        </pc:spChg>
        <pc:picChg chg="add mod">
          <ac:chgData name="Yasmine Zekri" userId="84f92887c7fd77b8" providerId="LiveId" clId="{FAA31695-B12C-43C4-B4FD-0E01D8ADBB99}" dt="2022-12-06T14:33:51.621" v="5" actId="1076"/>
          <ac:picMkLst>
            <pc:docMk/>
            <pc:sldMk cId="1060532961" sldId="623"/>
            <ac:picMk id="3" creationId="{984A4525-D31C-419B-349D-A6281B43535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BE3B1-8A90-3C09-B34F-5A1D38CF2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9AF002-C62A-289E-B446-3D1D9E65F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C31706-DCF6-B33B-1DA2-B44F0E6A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20F516-5F56-3B5C-F429-69A923B4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AE0E35-A0FF-A298-10F7-9311CF47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9520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D1090D-0D9E-D295-2D52-B6AD67F4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32DB4B-124E-7CC2-504C-A5CF07AE1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8A3C69-9649-85E0-7A26-0B88F8A9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867012-2B22-A3FD-74F6-ACF0ED5B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9A8298-FBAB-C3A3-9279-76251E04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83480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E9E21-B9EF-0D0B-5C47-A5D7622C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651A01-E9BC-9E20-44A6-5D99ACC3F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28EEBE-9F18-5F44-1AC1-1EB9B183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507445-7F4F-3F48-9FDC-992E83AE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CEFA1C-772E-86C1-3252-3F80BDEA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118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CB758E-C889-6FC5-6227-92065D64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47BBE4-ECB2-E5AE-0EC0-9DE2FE74A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A4148A-25E2-7928-04E4-D7BFD6A71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9E1735-BEF8-B9A3-F1C1-61D70255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C9B98D-4F2B-3CFE-88A1-24ACA029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699816-9D9A-05F0-58C5-8B09DFA3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084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3F8B9D-D029-9670-D3ED-1E2FBDA0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677CB7-0491-6E0B-1271-DB002B0C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86DA59-9901-D9C3-DF72-A5891A997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F3107B0-BC72-B0FC-E438-79BAF67C8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3267374-AA5D-14CC-BE7E-41ACF903D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050086-EC5C-F96E-01B9-54AAB6816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A1B5E1-B3F3-07E0-AB65-6273FE39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D45708-A7AC-E9BB-DB72-3B508A1E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95978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3CEEF7-AB17-694F-C6EB-6F404FB1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EEEEC67-2836-68F0-2C15-1D26E7F1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8C41CE-9290-0B57-EBAF-6C467E13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E17402-0E44-E014-F81E-56458643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0419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442A2F-1696-E18A-6B62-C729AAEE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9DFB30E-8303-9CF5-B109-C9613F69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7FDFAE-8DA0-43E2-9DF8-DC6BA0A9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6464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AB7B5-341B-1D18-4B25-9B458E91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0E67A-26D4-FF92-458F-3E98F88EB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5B804A-8341-EA1A-6D85-0C38AB30C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58CF6B-0FE0-CA09-996D-6F3D544B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32DE83-785F-082D-5CA9-7FD1ADF8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93ED4A-F8DF-DA18-5216-19FE01FF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8504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D67E8-186A-1B03-FA3A-53AF04E6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51F9B3C-C6A8-0EDE-7EDC-5DCB632A6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A03532-931B-84CA-BD36-5665C05DC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3A6706-0D2F-72BD-4AF8-E49C31C7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67858B-2BC6-1098-CD77-20BB4A3F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0C35C3-FD78-AFB7-09AF-9A1A8E46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3757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25D37-6B87-C382-424E-C64B2E96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636C9F-F973-34F3-5C2F-1D696AA84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8B0870-C4C6-B792-9110-29735331B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DCC83F-CAEF-E4E9-704C-DA9A04A3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AEC27A-00F0-3EE9-2A5B-AB49257C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30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0F5EDCF-2BD9-419B-42A9-315A7B794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D6855D-4A6D-BD0A-F8D5-D03948B6E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4EDF86-F849-C2BD-820D-2A11687D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9D165-74B0-EEEB-1A2B-C2CE4722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D38053-2511-C03E-297C-962CC17D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163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CC81F45-8352-0199-F29C-801994B9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58BB1A-C992-4123-7A0C-B8ED6380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90C7A8-96F7-9AC9-1B66-A2DB49F35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FBA9C-AB26-4129-AE9D-652D09EA5CDC}" type="datetimeFigureOut">
              <a:rPr lang="fr-BE" smtClean="0"/>
              <a:t>19-02-24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6247C9-0B25-EEB4-17C6-20C00DD48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B10149-9168-6832-AF10-606EBEB15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61F5D-82D6-4FAE-A2CD-77AD4D16088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306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D3D850-2041-4B7C-AED9-54DA385B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428E7C-CF72-4177-B907-662EDCB35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884544" y="2265762"/>
            <a:ext cx="6329167" cy="2547872"/>
            <a:chOff x="-2412483" y="5117355"/>
            <a:chExt cx="4342728" cy="1748210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E2C38613-1CC6-42DF-9D5B-1C3CFF915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66174" y="5117355"/>
              <a:ext cx="3496419" cy="174821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FA88567F-0B25-4895-A6DF-304638BE5B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412483" y="6202815"/>
              <a:ext cx="1325500" cy="6627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B7A2B20-C280-41CF-965D-FA68DA2BD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883073" y="-1094168"/>
            <a:ext cx="4864676" cy="3807333"/>
          </a:xfrm>
          <a:custGeom>
            <a:avLst/>
            <a:gdLst>
              <a:gd name="connsiteX0" fmla="*/ 0 w 4864676"/>
              <a:gd name="connsiteY0" fmla="*/ 3191201 h 3807333"/>
              <a:gd name="connsiteX1" fmla="*/ 3191202 w 4864676"/>
              <a:gd name="connsiteY1" fmla="*/ 0 h 3807333"/>
              <a:gd name="connsiteX2" fmla="*/ 4864676 w 4864676"/>
              <a:gd name="connsiteY2" fmla="*/ 1673474 h 3807333"/>
              <a:gd name="connsiteX3" fmla="*/ 4864676 w 4864676"/>
              <a:gd name="connsiteY3" fmla="*/ 3807333 h 3807333"/>
              <a:gd name="connsiteX4" fmla="*/ 0 w 4864676"/>
              <a:gd name="connsiteY4" fmla="*/ 3807333 h 380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3807333">
                <a:moveTo>
                  <a:pt x="0" y="3191201"/>
                </a:moveTo>
                <a:lnTo>
                  <a:pt x="3191202" y="0"/>
                </a:lnTo>
                <a:lnTo>
                  <a:pt x="4864676" y="1673474"/>
                </a:lnTo>
                <a:lnTo>
                  <a:pt x="4864676" y="3807333"/>
                </a:lnTo>
                <a:lnTo>
                  <a:pt x="0" y="380733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F218E6-E246-4EBB-BA8D-DB65AB59A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283537" y="3632636"/>
            <a:ext cx="1185708" cy="1185708"/>
          </a:xfrm>
          <a:custGeom>
            <a:avLst/>
            <a:gdLst>
              <a:gd name="connsiteX0" fmla="*/ 0 w 1185708"/>
              <a:gd name="connsiteY0" fmla="*/ 0 h 1185708"/>
              <a:gd name="connsiteX1" fmla="*/ 454971 w 1185708"/>
              <a:gd name="connsiteY1" fmla="*/ 0 h 1185708"/>
              <a:gd name="connsiteX2" fmla="*/ 1185708 w 1185708"/>
              <a:gd name="connsiteY2" fmla="*/ 730737 h 1185708"/>
              <a:gd name="connsiteX3" fmla="*/ 1185708 w 1185708"/>
              <a:gd name="connsiteY3" fmla="*/ 1185708 h 1185708"/>
              <a:gd name="connsiteX4" fmla="*/ 0 w 1185708"/>
              <a:gd name="connsiteY4" fmla="*/ 1185708 h 118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5708" h="1185708">
                <a:moveTo>
                  <a:pt x="0" y="0"/>
                </a:moveTo>
                <a:lnTo>
                  <a:pt x="454971" y="0"/>
                </a:lnTo>
                <a:lnTo>
                  <a:pt x="1185708" y="730737"/>
                </a:lnTo>
                <a:lnTo>
                  <a:pt x="1185708" y="1185708"/>
                </a:lnTo>
                <a:lnTo>
                  <a:pt x="0" y="118570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B9D26D-939B-4838-886B-07E227F3A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303927" y="5624986"/>
            <a:ext cx="989294" cy="98929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0A80B01-7FDA-4264-BAC7-CA797D496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2" y="-723949"/>
            <a:ext cx="5389379" cy="5389379"/>
          </a:xfrm>
          <a:custGeom>
            <a:avLst/>
            <a:gdLst>
              <a:gd name="connsiteX0" fmla="*/ 0 w 5389379"/>
              <a:gd name="connsiteY0" fmla="*/ 2602331 h 5389379"/>
              <a:gd name="connsiteX1" fmla="*/ 2602331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5389379 h 5389379"/>
              <a:gd name="connsiteX4" fmla="*/ 0 w 5389379"/>
              <a:gd name="connsiteY4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9379" h="5389379">
                <a:moveTo>
                  <a:pt x="0" y="2602331"/>
                </a:moveTo>
                <a:lnTo>
                  <a:pt x="2602331" y="0"/>
                </a:lnTo>
                <a:lnTo>
                  <a:pt x="5389379" y="0"/>
                </a:lnTo>
                <a:lnTo>
                  <a:pt x="5389379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49E75B4-6C35-495B-850B-28CDE6E39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4" y="-1424977"/>
            <a:ext cx="6791435" cy="6791435"/>
          </a:xfrm>
          <a:custGeom>
            <a:avLst/>
            <a:gdLst>
              <a:gd name="connsiteX0" fmla="*/ 0 w 6791435"/>
              <a:gd name="connsiteY0" fmla="*/ 4004387 h 6791435"/>
              <a:gd name="connsiteX1" fmla="*/ 81158 w 6791435"/>
              <a:gd name="connsiteY1" fmla="*/ 3923229 h 6791435"/>
              <a:gd name="connsiteX2" fmla="*/ 81158 w 6791435"/>
              <a:gd name="connsiteY2" fmla="*/ 6710277 h 6791435"/>
              <a:gd name="connsiteX3" fmla="*/ 6710277 w 6791435"/>
              <a:gd name="connsiteY3" fmla="*/ 6710277 h 6791435"/>
              <a:gd name="connsiteX4" fmla="*/ 6710277 w 6791435"/>
              <a:gd name="connsiteY4" fmla="*/ 81158 h 6791435"/>
              <a:gd name="connsiteX5" fmla="*/ 3923229 w 6791435"/>
              <a:gd name="connsiteY5" fmla="*/ 81158 h 6791435"/>
              <a:gd name="connsiteX6" fmla="*/ 4004387 w 6791435"/>
              <a:gd name="connsiteY6" fmla="*/ 0 h 6791435"/>
              <a:gd name="connsiteX7" fmla="*/ 6791435 w 6791435"/>
              <a:gd name="connsiteY7" fmla="*/ 0 h 6791435"/>
              <a:gd name="connsiteX8" fmla="*/ 6791435 w 6791435"/>
              <a:gd name="connsiteY8" fmla="*/ 6791435 h 6791435"/>
              <a:gd name="connsiteX9" fmla="*/ 0 w 6791435"/>
              <a:gd name="connsiteY9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91435" h="6791435">
                <a:moveTo>
                  <a:pt x="0" y="4004387"/>
                </a:moveTo>
                <a:lnTo>
                  <a:pt x="81158" y="3923229"/>
                </a:lnTo>
                <a:lnTo>
                  <a:pt x="81158" y="6710277"/>
                </a:lnTo>
                <a:lnTo>
                  <a:pt x="6710277" y="6710277"/>
                </a:lnTo>
                <a:lnTo>
                  <a:pt x="6710277" y="81158"/>
                </a:lnTo>
                <a:lnTo>
                  <a:pt x="3923229" y="81158"/>
                </a:lnTo>
                <a:lnTo>
                  <a:pt x="4004387" y="0"/>
                </a:lnTo>
                <a:lnTo>
                  <a:pt x="6791435" y="0"/>
                </a:lnTo>
                <a:lnTo>
                  <a:pt x="679143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11FC20-7184-2ADE-50F7-3CAF75E9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021" y="895381"/>
            <a:ext cx="5782716" cy="2150719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en-US" sz="3600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 err="1">
                <a:solidFill>
                  <a:srgbClr val="080808"/>
                </a:solidFill>
                <a:latin typeface="+mj-lt"/>
                <a:ea typeface="+mj-ea"/>
                <a:cs typeface="+mj-cs"/>
              </a:rPr>
              <a:t>Analyse</a:t>
            </a:r>
            <a:r>
              <a:rPr lang="en-US" sz="36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rgbClr val="080808"/>
                </a:solidFill>
                <a:latin typeface="+mj-lt"/>
                <a:ea typeface="+mj-ea"/>
                <a:cs typeface="+mj-cs"/>
              </a:rPr>
              <a:t>conceptuelle</a:t>
            </a:r>
            <a:r>
              <a:rPr lang="en-US" sz="36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 et </a:t>
            </a:r>
            <a:r>
              <a:rPr lang="en-US" sz="3600" b="1" kern="1200" dirty="0" err="1">
                <a:solidFill>
                  <a:srgbClr val="080808"/>
                </a:solidFill>
                <a:latin typeface="+mj-lt"/>
                <a:ea typeface="+mj-ea"/>
                <a:cs typeface="+mj-cs"/>
              </a:rPr>
              <a:t>cheminement</a:t>
            </a:r>
            <a:r>
              <a:rPr lang="en-US" sz="36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 de pensée</a:t>
            </a:r>
            <a:br>
              <a:rPr lang="en-US" sz="36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 err="1">
                <a:solidFill>
                  <a:srgbClr val="080808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3600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 de TFE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EB2D58A-B2F2-4B07-9595-4FED1037F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67461" y="5398157"/>
            <a:ext cx="2934814" cy="146740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EB95C3F-0968-4E23-80BD-35CE22E83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5580" y="5117355"/>
            <a:ext cx="3496419" cy="174821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6E9C92B-1893-4BFE-B7CF-905EB3F87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9271" y="5949259"/>
            <a:ext cx="1832612" cy="916306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83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4B95C3-6278-2E6D-4528-B8A55069B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256"/>
          <a:stretch/>
        </p:blipFill>
        <p:spPr>
          <a:xfrm>
            <a:off x="2020224" y="657519"/>
            <a:ext cx="823667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9ABFD09-5F63-D0B8-1DB7-5497FE079569}"/>
              </a:ext>
            </a:extLst>
          </p:cNvPr>
          <p:cNvSpPr txBox="1"/>
          <p:nvPr/>
        </p:nvSpPr>
        <p:spPr>
          <a:xfrm>
            <a:off x="4222705" y="63629"/>
            <a:ext cx="375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Définition du concept « émotions » </a:t>
            </a:r>
          </a:p>
        </p:txBody>
      </p:sp>
      <p:sp>
        <p:nvSpPr>
          <p:cNvPr id="5" name="Accolade ouvrante 4">
            <a:extLst>
              <a:ext uri="{FF2B5EF4-FFF2-40B4-BE49-F238E27FC236}">
                <a16:creationId xmlns:a16="http://schemas.microsoft.com/office/drawing/2014/main" id="{6E56D06C-ECF9-8248-455C-8DDDAEB3FC2A}"/>
              </a:ext>
            </a:extLst>
          </p:cNvPr>
          <p:cNvSpPr/>
          <p:nvPr/>
        </p:nvSpPr>
        <p:spPr>
          <a:xfrm>
            <a:off x="2088961" y="1117199"/>
            <a:ext cx="482082" cy="479957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436C27-1A5B-913A-E168-9A58358DC9E6}"/>
              </a:ext>
            </a:extLst>
          </p:cNvPr>
          <p:cNvSpPr txBox="1"/>
          <p:nvPr/>
        </p:nvSpPr>
        <p:spPr>
          <a:xfrm>
            <a:off x="85126" y="2735588"/>
            <a:ext cx="2026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Purement théorique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Développement de la définition selon différents auteurs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55E970E-66A1-E7C4-7CA7-8ED146380DFF}"/>
              </a:ext>
            </a:extLst>
          </p:cNvPr>
          <p:cNvCxnSpPr/>
          <p:nvPr/>
        </p:nvCxnSpPr>
        <p:spPr>
          <a:xfrm flipH="1" flipV="1">
            <a:off x="9209314" y="1856317"/>
            <a:ext cx="1397142" cy="2617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4CF9D75-AD39-8BFF-729E-3D93EE222CDF}"/>
              </a:ext>
            </a:extLst>
          </p:cNvPr>
          <p:cNvSpPr txBox="1"/>
          <p:nvPr/>
        </p:nvSpPr>
        <p:spPr>
          <a:xfrm>
            <a:off x="10606456" y="1856317"/>
            <a:ext cx="131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Paraphrase 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BFF1EFB-EDC5-72EB-384A-F96C3E29697F}"/>
              </a:ext>
            </a:extLst>
          </p:cNvPr>
          <p:cNvCxnSpPr/>
          <p:nvPr/>
        </p:nvCxnSpPr>
        <p:spPr>
          <a:xfrm>
            <a:off x="2807185" y="3806889"/>
            <a:ext cx="69451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F5634C26-185A-E5CF-E126-31940290008D}"/>
              </a:ext>
            </a:extLst>
          </p:cNvPr>
          <p:cNvCxnSpPr/>
          <p:nvPr/>
        </p:nvCxnSpPr>
        <p:spPr>
          <a:xfrm flipH="1" flipV="1">
            <a:off x="9901101" y="3713584"/>
            <a:ext cx="705355" cy="10263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B4CA959E-10B4-2F31-EE03-01E12082C698}"/>
              </a:ext>
            </a:extLst>
          </p:cNvPr>
          <p:cNvSpPr txBox="1"/>
          <p:nvPr/>
        </p:nvSpPr>
        <p:spPr>
          <a:xfrm>
            <a:off x="10755202" y="3316847"/>
            <a:ext cx="1505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Phrase de liaison, fil conducteur 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0D7FC69-64C7-1415-13E3-126E9C0B9B96}"/>
              </a:ext>
            </a:extLst>
          </p:cNvPr>
          <p:cNvCxnSpPr/>
          <p:nvPr/>
        </p:nvCxnSpPr>
        <p:spPr>
          <a:xfrm flipH="1" flipV="1">
            <a:off x="9053785" y="2604722"/>
            <a:ext cx="1397142" cy="2617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104B1C1-5FC0-18DC-6A21-EB74BFCDE50B}"/>
              </a:ext>
            </a:extLst>
          </p:cNvPr>
          <p:cNvSpPr txBox="1"/>
          <p:nvPr/>
        </p:nvSpPr>
        <p:spPr>
          <a:xfrm>
            <a:off x="10522219" y="2669738"/>
            <a:ext cx="131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Citation 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C8951F3-B8F8-6ECA-9CF7-C6CEFAD7E9E9}"/>
              </a:ext>
            </a:extLst>
          </p:cNvPr>
          <p:cNvCxnSpPr/>
          <p:nvPr/>
        </p:nvCxnSpPr>
        <p:spPr>
          <a:xfrm flipH="1" flipV="1">
            <a:off x="9455104" y="5053761"/>
            <a:ext cx="1397142" cy="2617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F60B01B1-560D-12FE-E22E-486DF895C8F6}"/>
              </a:ext>
            </a:extLst>
          </p:cNvPr>
          <p:cNvSpPr txBox="1"/>
          <p:nvPr/>
        </p:nvSpPr>
        <p:spPr>
          <a:xfrm>
            <a:off x="10788257" y="5179756"/>
            <a:ext cx="131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Citation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0DF7924-E399-5679-6BD0-BB0963C3FB59}"/>
              </a:ext>
            </a:extLst>
          </p:cNvPr>
          <p:cNvSpPr txBox="1"/>
          <p:nvPr/>
        </p:nvSpPr>
        <p:spPr>
          <a:xfrm>
            <a:off x="0" y="-13234"/>
            <a:ext cx="273108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TFE portant sur la gestion des émotions</a:t>
            </a:r>
          </a:p>
        </p:txBody>
      </p:sp>
    </p:spTree>
    <p:extLst>
      <p:ext uri="{BB962C8B-B14F-4D97-AF65-F5344CB8AC3E}">
        <p14:creationId xmlns:p14="http://schemas.microsoft.com/office/powerpoint/2010/main" val="23717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3D455F-43CE-0188-2730-31E3030B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089" y="643467"/>
            <a:ext cx="7657821" cy="5571065"/>
          </a:xfrm>
          <a:prstGeom prst="rect">
            <a:avLst/>
          </a:prstGeom>
          <a:ln>
            <a:noFill/>
          </a:ln>
        </p:spPr>
      </p:pic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4E916BB1-BE99-C34E-31E7-E49DA3217660}"/>
              </a:ext>
            </a:extLst>
          </p:cNvPr>
          <p:cNvSpPr/>
          <p:nvPr/>
        </p:nvSpPr>
        <p:spPr>
          <a:xfrm>
            <a:off x="2169367" y="2666570"/>
            <a:ext cx="419878" cy="2827176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54D98D2-583A-A1D8-D8DA-E5AFE280D168}"/>
              </a:ext>
            </a:extLst>
          </p:cNvPr>
          <p:cNvSpPr txBox="1"/>
          <p:nvPr/>
        </p:nvSpPr>
        <p:spPr>
          <a:xfrm>
            <a:off x="282150" y="3251093"/>
            <a:ext cx="18101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Commentaire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Ici sert à adapter la théorie au contexte du TFE</a:t>
            </a:r>
          </a:p>
        </p:txBody>
      </p:sp>
    </p:spTree>
    <p:extLst>
      <p:ext uri="{BB962C8B-B14F-4D97-AF65-F5344CB8AC3E}">
        <p14:creationId xmlns:p14="http://schemas.microsoft.com/office/powerpoint/2010/main" val="108575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C1458B3-FE1F-9033-8AA8-A8CFF5CB1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848" y="591824"/>
            <a:ext cx="7163076" cy="234590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4E1518-6AC4-D68E-CCE7-37819A7D3E43}"/>
              </a:ext>
            </a:extLst>
          </p:cNvPr>
          <p:cNvSpPr txBox="1"/>
          <p:nvPr/>
        </p:nvSpPr>
        <p:spPr>
          <a:xfrm>
            <a:off x="4243593" y="-59565"/>
            <a:ext cx="614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Attributs du concept « émotions »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770A74-3DA2-6CB7-72D1-ECC5AE3BD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2684146"/>
            <a:ext cx="6881949" cy="4032546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247B0C53-5D54-71B2-4658-0F35077C4087}"/>
              </a:ext>
            </a:extLst>
          </p:cNvPr>
          <p:cNvSpPr/>
          <p:nvPr/>
        </p:nvSpPr>
        <p:spPr>
          <a:xfrm>
            <a:off x="2914650" y="1133475"/>
            <a:ext cx="533400" cy="81915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ccolade ouvrante 8">
            <a:extLst>
              <a:ext uri="{FF2B5EF4-FFF2-40B4-BE49-F238E27FC236}">
                <a16:creationId xmlns:a16="http://schemas.microsoft.com/office/drawing/2014/main" id="{0E8FCD9A-BF7C-824A-1904-0490381914E8}"/>
              </a:ext>
            </a:extLst>
          </p:cNvPr>
          <p:cNvSpPr/>
          <p:nvPr/>
        </p:nvSpPr>
        <p:spPr>
          <a:xfrm>
            <a:off x="2800350" y="4028082"/>
            <a:ext cx="533400" cy="81915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92DA4B2-66BC-B069-BEE8-EF8A605E9D09}"/>
              </a:ext>
            </a:extLst>
          </p:cNvPr>
          <p:cNvSpPr txBox="1"/>
          <p:nvPr/>
        </p:nvSpPr>
        <p:spPr>
          <a:xfrm>
            <a:off x="1735556" y="1296171"/>
            <a:ext cx="144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Théorie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F96F6B-517D-9C8D-6E21-30B84616642F}"/>
              </a:ext>
            </a:extLst>
          </p:cNvPr>
          <p:cNvSpPr txBox="1"/>
          <p:nvPr/>
        </p:nvSpPr>
        <p:spPr>
          <a:xfrm>
            <a:off x="1732324" y="4171634"/>
            <a:ext cx="112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Théorie </a:t>
            </a:r>
          </a:p>
        </p:txBody>
      </p:sp>
      <p:sp>
        <p:nvSpPr>
          <p:cNvPr id="15" name="Accolade ouvrante 14">
            <a:extLst>
              <a:ext uri="{FF2B5EF4-FFF2-40B4-BE49-F238E27FC236}">
                <a16:creationId xmlns:a16="http://schemas.microsoft.com/office/drawing/2014/main" id="{438DEED9-9BF3-304E-23E5-0DACE16843DE}"/>
              </a:ext>
            </a:extLst>
          </p:cNvPr>
          <p:cNvSpPr/>
          <p:nvPr/>
        </p:nvSpPr>
        <p:spPr>
          <a:xfrm>
            <a:off x="2810868" y="2278161"/>
            <a:ext cx="533400" cy="1108360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ccolade ouvrante 16">
            <a:extLst>
              <a:ext uri="{FF2B5EF4-FFF2-40B4-BE49-F238E27FC236}">
                <a16:creationId xmlns:a16="http://schemas.microsoft.com/office/drawing/2014/main" id="{60364FF2-B177-8BDB-D52E-D0CF4A7C9BD1}"/>
              </a:ext>
            </a:extLst>
          </p:cNvPr>
          <p:cNvSpPr/>
          <p:nvPr/>
        </p:nvSpPr>
        <p:spPr>
          <a:xfrm>
            <a:off x="2800350" y="5378390"/>
            <a:ext cx="533400" cy="1108360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AF22C04-43D8-69F1-A5D4-E88C21E78D5B}"/>
              </a:ext>
            </a:extLst>
          </p:cNvPr>
          <p:cNvSpPr txBox="1"/>
          <p:nvPr/>
        </p:nvSpPr>
        <p:spPr>
          <a:xfrm>
            <a:off x="1231014" y="2636231"/>
            <a:ext cx="17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Commentaire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EA68510-5FA5-F893-E34E-79B332F5C455}"/>
              </a:ext>
            </a:extLst>
          </p:cNvPr>
          <p:cNvSpPr txBox="1"/>
          <p:nvPr/>
        </p:nvSpPr>
        <p:spPr>
          <a:xfrm>
            <a:off x="1141833" y="5685085"/>
            <a:ext cx="17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Commentaire </a:t>
            </a:r>
          </a:p>
        </p:txBody>
      </p:sp>
    </p:spTree>
    <p:extLst>
      <p:ext uri="{BB962C8B-B14F-4D97-AF65-F5344CB8AC3E}">
        <p14:creationId xmlns:p14="http://schemas.microsoft.com/office/powerpoint/2010/main" val="396488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7F086DE-420D-A9A7-4BDE-4120DA98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76" y="295939"/>
            <a:ext cx="8154447" cy="4219926"/>
          </a:xfrm>
          <a:prstGeom prst="rect">
            <a:avLst/>
          </a:prstGeom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7B65659-1C3C-7249-E7E9-8710C51C0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175" y="4153712"/>
            <a:ext cx="7549650" cy="1518931"/>
          </a:xfrm>
          <a:prstGeom prst="rect">
            <a:avLst/>
          </a:prstGeom>
        </p:spPr>
      </p:pic>
      <p:sp>
        <p:nvSpPr>
          <p:cNvPr id="6" name="Accolade ouvrante 5">
            <a:extLst>
              <a:ext uri="{FF2B5EF4-FFF2-40B4-BE49-F238E27FC236}">
                <a16:creationId xmlns:a16="http://schemas.microsoft.com/office/drawing/2014/main" id="{2758A7CC-7693-A071-E117-6D1C5834473B}"/>
              </a:ext>
            </a:extLst>
          </p:cNvPr>
          <p:cNvSpPr/>
          <p:nvPr/>
        </p:nvSpPr>
        <p:spPr>
          <a:xfrm>
            <a:off x="1818579" y="674216"/>
            <a:ext cx="533400" cy="17027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01F41DD0-0CCC-F1F1-36C0-D200F67C57F9}"/>
              </a:ext>
            </a:extLst>
          </p:cNvPr>
          <p:cNvSpPr/>
          <p:nvPr/>
        </p:nvSpPr>
        <p:spPr>
          <a:xfrm>
            <a:off x="1811409" y="2968355"/>
            <a:ext cx="533400" cy="819150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ccolade ouvrante 8">
            <a:extLst>
              <a:ext uri="{FF2B5EF4-FFF2-40B4-BE49-F238E27FC236}">
                <a16:creationId xmlns:a16="http://schemas.microsoft.com/office/drawing/2014/main" id="{69EA4F44-207F-A6B2-D0F9-E1DB9BE08C41}"/>
              </a:ext>
            </a:extLst>
          </p:cNvPr>
          <p:cNvSpPr/>
          <p:nvPr/>
        </p:nvSpPr>
        <p:spPr>
          <a:xfrm>
            <a:off x="1818579" y="4378922"/>
            <a:ext cx="533400" cy="819150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209AAD4-7489-C6C9-B476-62E9ECE01EC6}"/>
              </a:ext>
            </a:extLst>
          </p:cNvPr>
          <p:cNvSpPr txBox="1"/>
          <p:nvPr/>
        </p:nvSpPr>
        <p:spPr>
          <a:xfrm>
            <a:off x="451266" y="1354928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Théorie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C106C3-3C47-B026-21C9-60D18FCFB8B1}"/>
              </a:ext>
            </a:extLst>
          </p:cNvPr>
          <p:cNvSpPr txBox="1"/>
          <p:nvPr/>
        </p:nvSpPr>
        <p:spPr>
          <a:xfrm>
            <a:off x="91626" y="2932556"/>
            <a:ext cx="2108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Retour sur constat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Lien avec la situation de départ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C5CEAA-1529-B0A5-3F92-361A1B3035B7}"/>
              </a:ext>
            </a:extLst>
          </p:cNvPr>
          <p:cNvSpPr txBox="1"/>
          <p:nvPr/>
        </p:nvSpPr>
        <p:spPr>
          <a:xfrm>
            <a:off x="215365" y="4515865"/>
            <a:ext cx="153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Commentaire</a:t>
            </a:r>
          </a:p>
        </p:txBody>
      </p:sp>
    </p:spTree>
    <p:extLst>
      <p:ext uri="{BB962C8B-B14F-4D97-AF65-F5344CB8AC3E}">
        <p14:creationId xmlns:p14="http://schemas.microsoft.com/office/powerpoint/2010/main" val="240644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6A51E3-FF86-F044-9A20-239319FCC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912" y="200025"/>
            <a:ext cx="6734175" cy="64579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EA73695-830E-B9E4-B49A-C29AE3E7B329}"/>
              </a:ext>
            </a:extLst>
          </p:cNvPr>
          <p:cNvSpPr txBox="1"/>
          <p:nvPr/>
        </p:nvSpPr>
        <p:spPr>
          <a:xfrm>
            <a:off x="781050" y="923925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Théorie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3A6CB39-100B-6A68-FEE7-481E6C05B0D2}"/>
              </a:ext>
            </a:extLst>
          </p:cNvPr>
          <p:cNvSpPr txBox="1"/>
          <p:nvPr/>
        </p:nvSpPr>
        <p:spPr>
          <a:xfrm>
            <a:off x="545306" y="3344134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Commentaire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8C7853-361B-7218-94F6-C5D4A8D9B10D}"/>
              </a:ext>
            </a:extLst>
          </p:cNvPr>
          <p:cNvSpPr txBox="1"/>
          <p:nvPr/>
        </p:nvSpPr>
        <p:spPr>
          <a:xfrm>
            <a:off x="791363" y="5323802"/>
            <a:ext cx="179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Retour sur constat </a:t>
            </a: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1C485497-1221-B028-1A2B-8CC300599778}"/>
              </a:ext>
            </a:extLst>
          </p:cNvPr>
          <p:cNvSpPr/>
          <p:nvPr/>
        </p:nvSpPr>
        <p:spPr>
          <a:xfrm>
            <a:off x="2362200" y="2217182"/>
            <a:ext cx="533400" cy="2623236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1BF302D3-2D01-A7B5-E695-085C262E662D}"/>
              </a:ext>
            </a:extLst>
          </p:cNvPr>
          <p:cNvSpPr/>
          <p:nvPr/>
        </p:nvSpPr>
        <p:spPr>
          <a:xfrm>
            <a:off x="2362200" y="5180124"/>
            <a:ext cx="533400" cy="1097328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ccolade ouvrante 14">
            <a:extLst>
              <a:ext uri="{FF2B5EF4-FFF2-40B4-BE49-F238E27FC236}">
                <a16:creationId xmlns:a16="http://schemas.microsoft.com/office/drawing/2014/main" id="{FA1BEBA9-53B6-494A-976D-88B5464E6770}"/>
              </a:ext>
            </a:extLst>
          </p:cNvPr>
          <p:cNvSpPr/>
          <p:nvPr/>
        </p:nvSpPr>
        <p:spPr>
          <a:xfrm>
            <a:off x="2233612" y="339706"/>
            <a:ext cx="533400" cy="148083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78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84A4525-D31C-419B-349D-A6281B43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902" y="1761329"/>
            <a:ext cx="8462433" cy="268682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ccolade ouvrante 3">
            <a:extLst>
              <a:ext uri="{FF2B5EF4-FFF2-40B4-BE49-F238E27FC236}">
                <a16:creationId xmlns:a16="http://schemas.microsoft.com/office/drawing/2014/main" id="{6989919F-F786-2409-B7B6-ED75F6CB9C93}"/>
              </a:ext>
            </a:extLst>
          </p:cNvPr>
          <p:cNvSpPr/>
          <p:nvPr/>
        </p:nvSpPr>
        <p:spPr>
          <a:xfrm>
            <a:off x="1824975" y="1761329"/>
            <a:ext cx="837123" cy="2686822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B6D7F3-6922-9CDF-44BB-176793D2E3B7}"/>
              </a:ext>
            </a:extLst>
          </p:cNvPr>
          <p:cNvSpPr txBox="1"/>
          <p:nvPr/>
        </p:nvSpPr>
        <p:spPr>
          <a:xfrm>
            <a:off x="200361" y="2682830"/>
            <a:ext cx="1624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Lien</a:t>
            </a:r>
          </a:p>
          <a:p>
            <a:r>
              <a:rPr lang="fr-BE" dirty="0"/>
              <a:t>Fil conducteur </a:t>
            </a:r>
          </a:p>
        </p:txBody>
      </p:sp>
    </p:spTree>
    <p:extLst>
      <p:ext uri="{BB962C8B-B14F-4D97-AF65-F5344CB8AC3E}">
        <p14:creationId xmlns:p14="http://schemas.microsoft.com/office/powerpoint/2010/main" val="10605329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69B83CFA4D914E8A3082269D135AE6" ma:contentTypeVersion="4" ma:contentTypeDescription="Crée un document." ma:contentTypeScope="" ma:versionID="13c14de5586f83107d1075665390a7ec">
  <xsd:schema xmlns:xsd="http://www.w3.org/2001/XMLSchema" xmlns:xs="http://www.w3.org/2001/XMLSchema" xmlns:p="http://schemas.microsoft.com/office/2006/metadata/properties" xmlns:ns2="565722ba-6a30-4579-bb52-b0ceccffef2b" targetNamespace="http://schemas.microsoft.com/office/2006/metadata/properties" ma:root="true" ma:fieldsID="aabb8b17bb60a6139f1179fadbd437d8" ns2:_="">
    <xsd:import namespace="565722ba-6a30-4579-bb52-b0ceccffef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722ba-6a30-4579-bb52-b0ceccffef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6392EF-0A36-4E2C-AEBF-855610ACBF33}"/>
</file>

<file path=customXml/itemProps2.xml><?xml version="1.0" encoding="utf-8"?>
<ds:datastoreItem xmlns:ds="http://schemas.openxmlformats.org/officeDocument/2006/customXml" ds:itemID="{4771A13D-80D4-428B-BCEA-4342B2A62ED1}"/>
</file>

<file path=customXml/itemProps3.xml><?xml version="1.0" encoding="utf-8"?>
<ds:datastoreItem xmlns:ds="http://schemas.openxmlformats.org/officeDocument/2006/customXml" ds:itemID="{AE789664-D0E7-4102-9C80-893572DDEAA8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</Words>
  <Application>Microsoft Office PowerPoint</Application>
  <PresentationFormat>Grand écran</PresentationFormat>
  <Paragraphs>26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  Analyse conceptuelle et cheminement de pensée   Exemple de TFE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TFE  Analyse conceptuelle et cheminement de pensée   Exemple de TFE</dc:title>
  <dc:creator>Yasmine Zekri</dc:creator>
  <cp:lastModifiedBy>Zekri Yasmine</cp:lastModifiedBy>
  <cp:revision>1</cp:revision>
  <dcterms:created xsi:type="dcterms:W3CDTF">2022-12-06T14:26:08Z</dcterms:created>
  <dcterms:modified xsi:type="dcterms:W3CDTF">2024-02-19T15:58:25Z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0x0101002969B83CFA4D914E8A3082269D135AE6</vt:lpwstr>
  </property>
</Properties>
</file>